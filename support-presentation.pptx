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1101852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685800"/>
            <a:ext cx="256032" cy="48920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188720"/>
            <a:ext cx="6583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de gestion de commandes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 restaurant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8992" y="2468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1538"/>
                </a:solidFill>
              </a:rPr>
              <a:t>Support de présentation — préparation examen TP DWWM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8803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Monorepo full-stack avec serveur Node.js, interfaces React par rôle et synchronisation temps réel via Socket.io.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Livrables préparés : code source, dossier de projet, support de soutenance.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132588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14813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Temps réel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21040" y="20574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32520" y="2212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4 interfaces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21040" y="27889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9443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API centrale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 et besoin métier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Pourquoi ce projet répond à un usage concret en restauration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548640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Réduire les erreurs de transmission entre caisse, cuisine et service.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Donner une visibilité immédiate sur l’état de chaque commande.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Permettre au client de suivre l’avancement sans solliciter le personnel.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Standardiser le cycle de vie : nouvelle, en préparation, prête, servie.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80060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Valeur métier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12280" y="23317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service plus fluide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moins d’oublis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communication simplifiée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expérience client améliorée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45720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Le projet démontre une logique métier complète et observable pendant une soutenance.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Acteurs et parcours global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Chaque rôle dispose de sa propre interface spécialisée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Client / Caisse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Créer et payer la commande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</a:rPr>
              <a:t>Cuisinier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Passer à en préparation puis prête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Serveur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2356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Voir les commandes prêtes et marquer servie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20116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Suivi client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27889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Consulter l’avancement en direct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Commande validée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4754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1B1B"/>
                </a:solidFill>
              </a:rPr>
              <a:t>En préparation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9788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Prête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Servie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technique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Un backend central pilote les données, les API et les événements temps réel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0" y="214884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23957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Serveur Node.js + Express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Socket.io + logique métier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5603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Apps React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Client / Caisse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Cuisinier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Serveur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Suivi client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12480" y="1600200"/>
            <a:ext cx="256032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8470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Persistance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24028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MongoDB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Mongoose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Menu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Commandes / Utilisateurs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12080" y="3886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Routes 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/api/menu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/api/orders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49834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Événements Socket.io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order:new • order:update • order:ready • order:served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Démonstration fonctionnelle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Exemple de scénario de bout en bout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916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581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Client / Caisse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5819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Choisit les plats et valide le paiement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6060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2496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963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Crée la commande et diffuse order:new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5204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410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Cuisinier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410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Passe la commande à in_preparation puis ready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348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43251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Serveur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43251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Reçoit ready et marque la commande served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5257800"/>
            <a:ext cx="411480" cy="411480"/>
          </a:xfrm>
          <a:prstGeom prst="ellipse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349240"/>
            <a:ext cx="1645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239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Client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0" y="52395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Observe la progression en direct jusqu’à la remise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Compétences TP DWWM mobilisées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Le projet permet de montrer des compétences front-end et back-end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6459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Front-end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maquetter plusieurs écrans métier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réaliser des interfaces lisibles et responsives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gérer l’état, les formulaires et l’actualisation temps réel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1538"/>
                </a:solidFill>
              </a:rPr>
              <a:t>Back-end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55080" y="23317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structurer les données menu, commandes et utilisateurs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développer des routes API et des contrôleurs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porter une logique métier centralisée et réutilisable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Livrables préparés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Éléments prêts à être remis et adaptés à la soutenance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65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Code source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96596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Monorepo backend + 4 applications React + modules partagés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404872"/>
            <a:ext cx="9966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Dossier projet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283464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Version rédigée à partir du cahier des charges et des compétences TP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273552"/>
            <a:ext cx="9966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Support oral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370332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Diaporama synthétique, aéré et cohérent avec le dossier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142232"/>
            <a:ext cx="9966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72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1538"/>
                </a:solidFill>
              </a:rPr>
              <a:t>GitHub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457200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À publier en dépôt public avant dépôt du lien sur la plateforme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A1538"/>
          </a:solidFill>
          <a:ln w="12700">
            <a:solidFill>
              <a:srgbClr val="8A1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et perspectives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Ce que montre le projet et ce qui peut être ajouté ensuite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Le projet couvre un flux complet de prise de commande jusqu’au service.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La démonstration valorise la coordination entre plusieurs interfaces métier.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Le temps réel rend la soutenance visuelle et facile à comprendre.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Des extensions possibles : authentification, tableau de bord admin, impression ticket, déploiement cloud.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0" y="18288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148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Message final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0" y="2651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Une architecture claire, un parcours métier démontrable et des compétences TP DWWM visibles.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0" y="64739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Projet fil rouge —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 gestion de commandes pour restaurant</dc:title>
  <dc:subject>Support de présentation TP DWWM</dc:subject>
  <dc:creator>OpenAI</dc:creator>
  <cp:lastModifiedBy>OpenAI</cp:lastModifiedBy>
  <cp:revision>1</cp:revision>
  <dcterms:created xsi:type="dcterms:W3CDTF">2026-03-26T10:33:10Z</dcterms:created>
  <dcterms:modified xsi:type="dcterms:W3CDTF">2026-03-26T10:33:10Z</dcterms:modified>
</cp:coreProperties>
</file>