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  <p:sldId id="265" r:id="rId16"/>
    <p:sldId id="266" r:id="rId17"/>
    <p:sldId id="267" r:id="rId18"/>
    <p:sldId id="268" r:id="rId19"/>
    <p:sldId id="269" r:id="rId20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1101852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685800"/>
            <a:ext cx="256032" cy="4892040"/>
          </a:xfrm>
          <a:prstGeom prst="rect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188720"/>
            <a:ext cx="6583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 de gestion de commandes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 restaurant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" y="2468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1538"/>
                </a:solidFill>
              </a:rPr>
              <a:t>Support de présentation — préparation examen TP DWWM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8992" y="288036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Monorepo full-stack avec serveur Node.js, interfaces React par rôle et synchronisation temps réel via Socket.io.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8992" y="3931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Livrables préparés : code source, dossier de projet, support de soutenance.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21040" y="132588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32520" y="14813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534"/>
                </a:solidFill>
              </a:rPr>
              <a:t>Temps réel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21040" y="205740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32520" y="22128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2410C"/>
                </a:solidFill>
              </a:rPr>
              <a:t>4 interfaces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321040" y="278892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2520" y="29443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API centrale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789920" y="64739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Projet fil rouge — 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498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Contexte et besoin métier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Pourquoi ce projet répond à un usage concret en restauration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5486400" cy="4023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Réduire les erreurs de transmission entre caisse, cuisine et service.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Donner une visibilité immédiate sur l’état de chaque commande.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Permettre au client de suivre l’avancement sans solliciter le personnel.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Standardiser le cycle de vie : nouvelle, en préparation, prête, servie.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0" y="1645920"/>
            <a:ext cx="480060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0" y="1901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1538"/>
                </a:solidFill>
              </a:rPr>
              <a:t>Valeur métier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12280" y="2331720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service plus fluide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moins d’oublis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communication simplifiée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expérience client améliorée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03720" y="45720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Le projet démontre une logique métier complète et observable pendant une soutenance.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89920" y="64739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Projet fil rouge —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498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Acteurs et parcours global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Chaque rôle dispose de sa propre interface spécialisée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40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6534"/>
                </a:solidFill>
              </a:rPr>
              <a:t>Client / Caisse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Créer et payer la commande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63240" y="201168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2240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1B1B"/>
                </a:solidFill>
              </a:rPr>
              <a:t>Cuisinier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0" y="278892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Passer à en préparation puis prête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0" y="201168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2240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</a:rPr>
              <a:t>Serveur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23560" y="278892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Voir les commandes prêtes et marquer servie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09560" y="201168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2240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Suivi client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046720" y="278892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Consulter l’avancement en direct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754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6534"/>
                </a:solidFill>
              </a:rPr>
              <a:t>Commande validée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91840" y="4754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91B1B"/>
                </a:solidFill>
              </a:rPr>
              <a:t>En préparation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89788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410C"/>
                </a:solidFill>
              </a:rPr>
              <a:t>Prête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</a:rPr>
              <a:t>Servie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789920" y="64739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Projet fil rouge —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498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technique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Un backend central pilote les données, les API et les événements temps réel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0" y="2148840"/>
            <a:ext cx="31089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0" y="239572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Serveur Node.js + Express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Socket.io + logique métier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256032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4708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1538"/>
                </a:solidFill>
              </a:rPr>
              <a:t>Apps React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Client / Caisse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Cuisinier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Serveur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Suivi client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412480" y="1600200"/>
            <a:ext cx="256032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184708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1538"/>
                </a:solidFill>
              </a:rPr>
              <a:t>Persistance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49640" y="22402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MongoDB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Mongoose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Menu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Commandes / Utilisateurs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212080" y="3886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Routes REST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/api/menu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/api/orders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26080" y="498348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6534"/>
                </a:solidFill>
              </a:rPr>
              <a:t>Événements Socket.io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66534"/>
                </a:solidFill>
              </a:rPr>
              <a:t>order:new • order:update • order:ready • order:served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89920" y="64739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Projet fil rouge —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498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Démonstration fonctionnelle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Exemple de scénario de bout en bout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411480" cy="411480"/>
          </a:xfrm>
          <a:prstGeom prst="ellipse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691640"/>
            <a:ext cx="1645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5819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Client / Caisse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0" y="158191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Choisit les plats et valide le paiement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514600"/>
            <a:ext cx="411480" cy="411480"/>
          </a:xfrm>
          <a:prstGeom prst="ellipse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606040"/>
            <a:ext cx="1645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24963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Backend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249631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Crée la commande et diffuse order:new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7240" y="3429000"/>
            <a:ext cx="411480" cy="411480"/>
          </a:xfrm>
          <a:prstGeom prst="ellipse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520440"/>
            <a:ext cx="1645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63040" y="34107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Cuisinier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0" y="341071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Passe la commande à in_preparation puis ready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4343400"/>
            <a:ext cx="411480" cy="411480"/>
          </a:xfrm>
          <a:prstGeom prst="ellipse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434840"/>
            <a:ext cx="1645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63040" y="43251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Serveur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57600" y="432511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Reçoit ready et marque la commande served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77240" y="5257800"/>
            <a:ext cx="411480" cy="411480"/>
          </a:xfrm>
          <a:prstGeom prst="ellipse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5349240"/>
            <a:ext cx="1645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63040" y="52395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Client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657600" y="523951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Observe la progression en direct jusqu’à la remise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789920" y="64739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Projet fil rouge —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498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Compétences TP DWWM mobilisées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Le projet permet de montrer des compétences front-end et back-end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30352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0" y="1645920"/>
            <a:ext cx="530352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6534"/>
                </a:solidFill>
              </a:rPr>
              <a:t>Front-end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4480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maquetter plusieurs écrans métier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réaliser des interfaces lisibles et responsives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gérer l’état, les formulaires et l’actualisation temps réel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1920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1538"/>
                </a:solidFill>
              </a:rPr>
              <a:t>Back-end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355080" y="2331720"/>
            <a:ext cx="4480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structurer les données menu, commandes et utilisateurs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développer des routes API et des contrôleurs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porter une logique métier centralisée et réutilisable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789920" y="64739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Projet fil rouge —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498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Livrables préparés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Éléments prêts à être remis et adaptés à la soutenance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65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1538"/>
                </a:solidFill>
              </a:rPr>
              <a:t>Code source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926080" y="1965960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Monorepo backend + 4 applications React + modules partagés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" y="2404872"/>
            <a:ext cx="996696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834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1538"/>
                </a:solidFill>
              </a:rPr>
              <a:t>Dossier projet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26080" y="2834640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Version rédigée à partir du cahier des charges et des compétences TP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3273552"/>
            <a:ext cx="996696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703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1538"/>
                </a:solidFill>
              </a:rPr>
              <a:t>Support oral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26080" y="3703320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Diaporama synthétique, aéré et cohérent avec le dossier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142232"/>
            <a:ext cx="996696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5720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1538"/>
                </a:solidFill>
              </a:rPr>
              <a:t>GitHub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926080" y="4572000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À publier en dépôt public avant dépôt du lien sur la plateforme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89920" y="64739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Projet fil rouge —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498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et perspectives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Ce que montre le projet et ce qui peut être ajouté ensuite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66751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Le projet couvre un flux complet de prise de commande jusqu’au service.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La démonstration valorise la coordination entre plusieurs interfaces métier.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Le temps réel rend la soutenance visuelle et facile à comprendre.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Des extensions possibles : authentification, tableau de bord admin, impression ticket, déploiement cloud.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955280" y="1828800"/>
            <a:ext cx="3017520" cy="2286000"/>
          </a:xfrm>
          <a:prstGeom prst="roundRect">
            <a:avLst>
              <a:gd name="adj" fmla="val 3200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21488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6534"/>
                </a:solidFill>
              </a:rPr>
              <a:t>Message final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0" y="26517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Une architecture claire, un parcours métier démontrable et des compétences TP DWWM visibles.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89920" y="64739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Projet fil rouge —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Capture 1 - Commande client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Une commande est passée par le client et envoyée directement en cuisine.</a:t>
            </a:r>
          </a:p>
        </p:txBody>
      </p:sp>
      <p:pic>
        <p:nvPicPr>
          <p:cNvPr id="4" name="Picture 3" descr="2026-03-27T11-57-26.436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5486400" cy="36567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Capture 2 - Réception cuisine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 cuisine reçoit bien la commande envoyée par le client.</a:t>
            </a:r>
          </a:p>
        </p:txBody>
      </p:sp>
      <p:pic>
        <p:nvPicPr>
          <p:cNvPr id="4" name="Picture 3" descr="2026-03-27T12-04-00.025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5486400" cy="36567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Capture 3 - Commande en préparation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Une fois prise en compte en cuisine, la commande passe en mode 'en préparation' côté client.</a:t>
            </a:r>
          </a:p>
        </p:txBody>
      </p:sp>
      <p:pic>
        <p:nvPicPr>
          <p:cNvPr id="4" name="Picture 3" descr="2026-03-27T12-06-05.453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5486400" cy="36567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Capture 4 - Commande prête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Lorsque la commande est prête en cuisine et validée, elle passe en mode 'prête' sur l’interface client.</a:t>
            </a:r>
          </a:p>
        </p:txBody>
      </p:sp>
      <p:pic>
        <p:nvPicPr>
          <p:cNvPr id="4" name="Picture 3" descr="2026-03-27T12-09-28.695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5486400" cy="365670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Capture 5 - Commande servie côté serveur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Une fois la commande marquée comme 'servie' sur l’interface serveur, l’information est envoyée en temps réel vers l’interface client.</a:t>
            </a:r>
          </a:p>
        </p:txBody>
      </p:sp>
      <p:pic>
        <p:nvPicPr>
          <p:cNvPr id="4" name="Picture 3" descr="2026-03-27T12-24-48.013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5486400" cy="365670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Capture 6 - Synchronisation finale côté client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 commande apparaît alors comme 'servie' côté client. On constate que toutes les étapes du cycle de vie ont été exécutées avec succès : validation, préparation, prête puis servie.</a:t>
            </a:r>
          </a:p>
        </p:txBody>
      </p:sp>
      <p:pic>
        <p:nvPicPr>
          <p:cNvPr id="4" name="Picture 3" descr="2026-03-27T12-28-22.532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5486400" cy="36567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de gestion de commandes pour restaurant</dc:title>
  <dc:subject>Support de présentation TP DWWM</dc:subject>
  <dc:creator>OpenAI</dc:creator>
  <cp:lastModifiedBy>OpenAI</cp:lastModifiedBy>
  <cp:revision>1</cp:revision>
  <dcterms:created xsi:type="dcterms:W3CDTF">2026-03-26T10:33:10Z</dcterms:created>
  <dcterms:modified xsi:type="dcterms:W3CDTF">2026-03-26T10:33:10Z</dcterms:modified>
</cp:coreProperties>
</file>